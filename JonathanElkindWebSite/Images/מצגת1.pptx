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CAF141-A629-C4F8-2A7B-D5232CF77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48912D1-C2EC-F07F-F937-C4E1D7FF0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8805784-B3F0-1BAD-8A83-5DC4D66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F07C411-5051-C400-87C4-4026B373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34F5D6-3C89-889F-72D3-D20FF5F5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949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1427BF-7A24-D221-BE34-C859D95F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1B986A-515B-E0A6-121A-DD5BF863A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054979-D11E-97EA-2638-DD87D7A8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74A8CFB-B10D-0EC3-7691-A93966FE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3FEFDB-E272-2B77-D66E-A8EE265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0089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2A4D75-06C9-0DF4-8E4D-C7C593F6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6698ECE-C8B0-86CC-EE3D-DF3EBA25A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68B4F7-641A-A2B7-B715-9E644E4A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B2BB05-9690-80E1-F9E3-05113FD7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A19B9BB-A2E4-9716-FD99-49E3DEE5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502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7247EB-1391-226F-B336-5D089ECD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212493-464A-B937-BD4B-F8268E826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03C857B-4F44-49C5-3B8F-218D41C5A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EDBB03A-FEDB-559B-944F-32EB86D6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965F2E6-F959-8FA5-ED5D-DF598123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0E92F1-0048-BBD6-BFE1-86D0CC21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339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616852-421C-F318-D3E4-DC9455C6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A7BD8D-4350-DBDA-0B9B-932F49A5F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E157BA6-9AF8-D88C-4A0E-3DE195B71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E9565E9-1481-2FEE-B969-025A167EF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99A2E96-1FED-1228-67A1-363B85623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675205D-7E93-245D-CD0A-8A126CF8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EB40E66-5D1C-85BC-7AC9-3B059BDF9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6F7336F-E8CF-2D19-D87B-5A632335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84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534CEB-A82F-5EED-04D9-7043767F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6F3CF45-7147-33FA-7A62-03A09372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3979DA1-1AF4-969C-D7B2-A93F9F24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6DD5EA7-A72C-D144-D44B-9B606585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411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B3B6ECC-05C0-7C38-C845-7A191AC1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7403E3B-70D1-61F1-37C1-5F84BF10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B479BF5-4680-6E66-9DC5-EE1AE47A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642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5E9A30-8FBE-C07B-C595-528FAB48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23AA61-C3B5-44E8-E3BB-B8095C65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A908BE6-6EF7-B6F1-EE72-535FE0BE9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8857E51-4025-1A63-7D11-4E56D906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3C5A895-0D04-2C40-B200-0E28A865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0404C55-3878-C8FD-59B0-13CD3823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40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64A4D9-4FD8-4998-E910-542D329D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0FCCC5E-9DF5-EC80-D231-3B64F11FB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69DEC90-B932-0520-F6D4-0B0A2D85F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4CC5CC8-294D-F0D3-2C2F-C43C6FC7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FAB14F1-ED93-A04C-FB61-8479B092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9B1F2BA-2B4D-5ADB-92CF-4A0DAC72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422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C308D3-2DA2-5889-7F3B-6283CE7D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47730DF-A5EB-2411-46A4-2383F1304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33C3DD-4794-E8F1-0C24-BAAC4A76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99621F3-373D-E336-A9F0-9C0AD932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943564-B92A-642D-3C17-FEAA8F4C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84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C12BE39-9DF7-66A5-8712-694C3A312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69BDA0E-9A2B-ED08-126E-7B2955B0A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27F5E7-F1B5-D146-15C9-C1E234B8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53DC844-6701-D6A6-8EBD-62F5111CC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8236FA-E508-7CF0-2125-413C4C73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962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3B65BCB5-3B96-EFFF-7E0F-859BABC2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04F84C-06B2-94B5-8594-551858D6C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053769E-D098-8308-E16C-57EA6FA2D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CAF32-1AAE-4DE6-9779-51244BC52F63}" type="datetimeFigureOut">
              <a:rPr lang="he-IL" smtClean="0"/>
              <a:t>כ'/כסלו/תשפ"ו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F6B8953-7319-10F2-3F7F-933E36BBC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16DF87-2B66-E599-5D58-CF259560F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2F74E-F84B-452A-B294-0CD5DAA259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823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C3B042-BEAF-AE80-C80D-E4698E55F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544701C-9097-2EF3-8ED2-6B9ADF697F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8776F9A-48E5-A175-EDB9-445CB309DF44}"/>
              </a:ext>
            </a:extLst>
          </p:cNvPr>
          <p:cNvSpPr/>
          <p:nvPr/>
        </p:nvSpPr>
        <p:spPr>
          <a:xfrm>
            <a:off x="8394192" y="630936"/>
            <a:ext cx="2273808" cy="4914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rgbClr val="FF0000"/>
                </a:solidFill>
              </a:rPr>
              <a:t>התחברות</a:t>
            </a:r>
          </a:p>
        </p:txBody>
      </p:sp>
    </p:spTree>
    <p:extLst>
      <p:ext uri="{BB962C8B-B14F-4D97-AF65-F5344CB8AC3E}">
        <p14:creationId xmlns:p14="http://schemas.microsoft.com/office/powerpoint/2010/main" val="219522766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</Words>
  <Application>Microsoft Office PowerPoint</Application>
  <PresentationFormat>מסך רחב</PresentationFormat>
  <Paragraphs>1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Ido Saul</dc:creator>
  <cp:lastModifiedBy>Ido Saul</cp:lastModifiedBy>
  <cp:revision>2</cp:revision>
  <dcterms:created xsi:type="dcterms:W3CDTF">2025-12-10T09:05:23Z</dcterms:created>
  <dcterms:modified xsi:type="dcterms:W3CDTF">2025-12-10T09:59:20Z</dcterms:modified>
</cp:coreProperties>
</file>